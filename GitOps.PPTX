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007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4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9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25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543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13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89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398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022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67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27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6/9/2022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6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517CB2-0BFB-EFDB-3BAB-F256D08679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67" b="157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4E53B-509E-0FCE-04A8-8D419845F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19" y="2100845"/>
            <a:ext cx="4670234" cy="1975527"/>
          </a:xfrm>
        </p:spPr>
        <p:txBody>
          <a:bodyPr anchor="ctr">
            <a:normAutofit/>
          </a:bodyPr>
          <a:lstStyle/>
          <a:p>
            <a:pPr algn="l"/>
            <a:r>
              <a:rPr lang="hr-HR" sz="6600"/>
              <a:t>GitOps</a:t>
            </a:r>
            <a:endParaRPr lang="en-US" sz="6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39629-69C4-B3D4-20AA-A1836A1AC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19" y="4372379"/>
            <a:ext cx="4670233" cy="540135"/>
          </a:xfrm>
        </p:spPr>
        <p:txBody>
          <a:bodyPr anchor="ctr">
            <a:normAutofit/>
          </a:bodyPr>
          <a:lstStyle/>
          <a:p>
            <a:pPr algn="l"/>
            <a:r>
              <a:rPr lang="hr-HR" sz="28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By Duje Popovic</a:t>
            </a:r>
            <a:endParaRPr lang="en-US" sz="2800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222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oup of people sitting in chairs&#10;&#10;Description automatically generated with low confidence">
            <a:extLst>
              <a:ext uri="{FF2B5EF4-FFF2-40B4-BE49-F238E27FC236}">
                <a16:creationId xmlns:a16="http://schemas.microsoft.com/office/drawing/2014/main" id="{198F7E8E-237D-0AC9-9E4F-7870AAD6C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2" b="1306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13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81BB51-C09F-D320-2633-55CA5334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675366"/>
            <a:ext cx="10268712" cy="8462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hr-HR" sz="5400" dirty="0">
                <a:solidFill>
                  <a:srgbClr val="FFFFFF"/>
                </a:solidFill>
              </a:rPr>
              <a:t>GITOPS </a:t>
            </a:r>
            <a:r>
              <a:rPr lang="en-US" sz="5400" dirty="0">
                <a:solidFill>
                  <a:srgbClr val="FFFFFF"/>
                </a:solidFill>
              </a:rPr>
              <a:t>POVIJEST</a:t>
            </a:r>
          </a:p>
        </p:txBody>
      </p:sp>
    </p:spTree>
    <p:extLst>
      <p:ext uri="{BB962C8B-B14F-4D97-AF65-F5344CB8AC3E}">
        <p14:creationId xmlns:p14="http://schemas.microsoft.com/office/powerpoint/2010/main" val="240315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Shape, arrow&#10;&#10;Description automatically generated">
            <a:extLst>
              <a:ext uri="{FF2B5EF4-FFF2-40B4-BE49-F238E27FC236}">
                <a16:creationId xmlns:a16="http://schemas.microsoft.com/office/drawing/2014/main" id="{A8B7515B-0EF8-086F-273E-CA1025255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6C24D-B60A-4737-D776-BA73A289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675366"/>
            <a:ext cx="10268712" cy="8462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GITOPS PREDNOSTI</a:t>
            </a:r>
          </a:p>
        </p:txBody>
      </p:sp>
    </p:spTree>
    <p:extLst>
      <p:ext uri="{BB962C8B-B14F-4D97-AF65-F5344CB8AC3E}">
        <p14:creationId xmlns:p14="http://schemas.microsoft.com/office/powerpoint/2010/main" val="385136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ext, book&#10;&#10;Description automatically generated">
            <a:extLst>
              <a:ext uri="{FF2B5EF4-FFF2-40B4-BE49-F238E27FC236}">
                <a16:creationId xmlns:a16="http://schemas.microsoft.com/office/drawing/2014/main" id="{A834FF38-FAD8-8BA4-4D0F-32E36405C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C06403-82CB-2047-96F4-C8747E1F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675366"/>
            <a:ext cx="10268712" cy="84622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GITOPS-KAKO FUNKCIONIRA?</a:t>
            </a:r>
            <a:br>
              <a:rPr lang="hr-HR" sz="5400" dirty="0">
                <a:solidFill>
                  <a:srgbClr val="FFFFFF"/>
                </a:solidFill>
              </a:rPr>
            </a:br>
            <a:r>
              <a:rPr lang="hr-HR" sz="1800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GitOps = IaC + MRs + CI/CD</a:t>
            </a:r>
            <a:endParaRPr lang="en-US" sz="5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602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9625F46A-7BA2-1156-877D-C78DB17BA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2F1E7-471F-7EFD-6B70-BC3620EA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675366"/>
            <a:ext cx="10268712" cy="8462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GITOPS POTESKOCE</a:t>
            </a:r>
          </a:p>
        </p:txBody>
      </p:sp>
    </p:spTree>
    <p:extLst>
      <p:ext uri="{BB962C8B-B14F-4D97-AF65-F5344CB8AC3E}">
        <p14:creationId xmlns:p14="http://schemas.microsoft.com/office/powerpoint/2010/main" val="3914542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a sign&#10;&#10;Description automatically generated with low confidence">
            <a:extLst>
              <a:ext uri="{FF2B5EF4-FFF2-40B4-BE49-F238E27FC236}">
                <a16:creationId xmlns:a16="http://schemas.microsoft.com/office/drawing/2014/main" id="{4232245E-7345-EA71-5D4B-1CBF72D57D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22" b="245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 13">
            <a:extLst>
              <a:ext uri="{FF2B5EF4-FFF2-40B4-BE49-F238E27FC236}">
                <a16:creationId xmlns:a16="http://schemas.microsoft.com/office/drawing/2014/main" id="{1C2F3FA0-960A-435A-AC72-8ADCBF50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1139"/>
            <a:ext cx="12192000" cy="1644556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DC916-66ED-BA4C-8E01-12AA49D7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675366"/>
            <a:ext cx="10268712" cy="8462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ZAKLJUCAK</a:t>
            </a:r>
          </a:p>
        </p:txBody>
      </p:sp>
    </p:spTree>
    <p:extLst>
      <p:ext uri="{BB962C8B-B14F-4D97-AF65-F5344CB8AC3E}">
        <p14:creationId xmlns:p14="http://schemas.microsoft.com/office/powerpoint/2010/main" val="4201032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4F4EE2-2A18-DA0B-9BDF-7EBF8C0C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36" y="640081"/>
            <a:ext cx="5916145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800"/>
              <a:t>Hvala na paznji</a:t>
            </a:r>
          </a:p>
        </p:txBody>
      </p:sp>
      <p:pic>
        <p:nvPicPr>
          <p:cNvPr id="5" name="Content Placeholder 4" descr="A young person giving a thumbs up&#10;&#10;Description automatically generated with low confidence">
            <a:extLst>
              <a:ext uri="{FF2B5EF4-FFF2-40B4-BE49-F238E27FC236}">
                <a16:creationId xmlns:a16="http://schemas.microsoft.com/office/drawing/2014/main" id="{843163F0-BE21-007A-C0FD-9D3FD3664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5" r="1780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72949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AnalogousFromDarkSeedLeftStep">
      <a:dk1>
        <a:srgbClr val="000000"/>
      </a:dk1>
      <a:lt1>
        <a:srgbClr val="FFFFFF"/>
      </a:lt1>
      <a:dk2>
        <a:srgbClr val="2F1B2F"/>
      </a:dk2>
      <a:lt2>
        <a:srgbClr val="F0F3F3"/>
      </a:lt2>
      <a:accent1>
        <a:srgbClr val="C34D5E"/>
      </a:accent1>
      <a:accent2>
        <a:srgbClr val="B13B7E"/>
      </a:accent2>
      <a:accent3>
        <a:srgbClr val="C34DC1"/>
      </a:accent3>
      <a:accent4>
        <a:srgbClr val="823BB1"/>
      </a:accent4>
      <a:accent5>
        <a:srgbClr val="634DC3"/>
      </a:accent5>
      <a:accent6>
        <a:srgbClr val="3B56B1"/>
      </a:accent6>
      <a:hlink>
        <a:srgbClr val="7D55C6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27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Demi Cond</vt:lpstr>
      <vt:lpstr>Franklin Gothic Medium</vt:lpstr>
      <vt:lpstr>Wingdings</vt:lpstr>
      <vt:lpstr>JuxtaposeVTI</vt:lpstr>
      <vt:lpstr>GitOps</vt:lpstr>
      <vt:lpstr>GITOPS POVIJEST</vt:lpstr>
      <vt:lpstr>GITOPS PREDNOSTI</vt:lpstr>
      <vt:lpstr>GITOPS-KAKO FUNKCIONIRA? GitOps = IaC + MRs + CI/CD</vt:lpstr>
      <vt:lpstr>GITOPS POTESKOCE</vt:lpstr>
      <vt:lpstr>ZAKLJUCAK</vt:lpstr>
      <vt:lpstr>Hvala na paznji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GitOps</dc:title>
  <dc:creator>duje popovic</dc:creator>
  <cp:lastModifiedBy>duje popovic</cp:lastModifiedBy>
  <cp:revision>2</cp:revision>
  <dcterms:created xsi:type="dcterms:W3CDTF">2022-06-09T10:26:39Z</dcterms:created>
  <dcterms:modified xsi:type="dcterms:W3CDTF">2022-06-09T10:41:38Z</dcterms:modified>
</cp:coreProperties>
</file>